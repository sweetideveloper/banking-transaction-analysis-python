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Medium"/>
      <p:regular r:id="rId201316"/>
    </p:embeddedFont>
    <p:embeddedFont>
      <p:font typeface="Sora Medium"/>
      <p:regular r:id="rId201317"/>
    </p:embeddedFont>
    <p:embeddedFont>
      <p:font typeface="Sora"/>
      <p:regular r:id="rId201318"/>
    </p:embeddedFont>
    <p:embeddedFont>
      <p:font typeface="Sor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Banking Transaction Analysis using Python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structured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Exploratory Data Analysis (EDA)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project uncovering spending patterns, customer demographics, and transaction behavior — built entirely in Python.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928092" cy="215354"/>
          </a:xfrm>
          <a:prstGeom prst="roundRect">
            <a:avLst>
              <a:gd name="adj" fmla="val 7900"/>
            </a:avLst>
          </a:prstGeom>
          <a:solidFill>
            <a:srgbClr val="00184D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75806"/>
            <a:ext cx="12151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SCIENCE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495053" y="3433316"/>
            <a:ext cx="62448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97B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80108" y="3475806"/>
            <a:ext cx="9115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90378" y="3433316"/>
            <a:ext cx="386060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97B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75433" y="3475806"/>
            <a:ext cx="6731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2597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Overview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947738"/>
            <a:ext cx="472276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project performs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Exploratory Data Analysis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on a real-world banking transactions dataset. By combining data cleaning, visualization, and statistical analysis, it reveals insights about customer behavior, transaction channels, and account activity.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766664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615702" y="1886248"/>
            <a:ext cx="448359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Clean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5702" y="2133600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Handle missing values, duplicates, and data quality issues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2530450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615702" y="2650034"/>
            <a:ext cx="448359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Explore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5702" y="2897386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Uncover transaction trends, distributions, and correlations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6119" y="3294236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26262B"/>
          </a:solidFill>
          <a:ln/>
        </p:spPr>
      </p:sp>
      <p:sp>
        <p:nvSpPr>
          <p:cNvPr id="12" name="Text 9"/>
          <p:cNvSpPr/>
          <p:nvPr/>
        </p:nvSpPr>
        <p:spPr>
          <a:xfrm>
            <a:off x="615702" y="3413820"/>
            <a:ext cx="448359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Visualize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5702" y="3661172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 charts, heatmaps, and boxplots for pattern discovery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4058022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26262B"/>
          </a:solidFill>
          <a:ln/>
        </p:spPr>
      </p:sp>
      <p:sp>
        <p:nvSpPr>
          <p:cNvPr id="15" name="Text 12"/>
          <p:cNvSpPr/>
          <p:nvPr/>
        </p:nvSpPr>
        <p:spPr>
          <a:xfrm>
            <a:off x="615702" y="4177605"/>
            <a:ext cx="448359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Insight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5702" y="4424958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findings into actionable business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21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86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File: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bank_transactions_data_2.csv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16 columns covering transaction metadata, customer demographics, and account behavior.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16351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Transaction Fields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26729"/>
            <a:ext cx="390294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TransactionID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Unique identifier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AccountID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Customer account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TransactionAmount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Value per transaction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TransactionDate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Timestamp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TransactionType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Credit or Debit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Channel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ATM, Online, Branch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Location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Geographic 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16351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Customer &amp; Account Fields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26729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CustomerAge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Age of customer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CustomerOccupation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Job category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AccountBalance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Current balance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LoginAttempts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Security indicator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TransactionDuration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Processing time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DeviceID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&amp;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IPAddress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Device &amp; network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71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369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focused set of analytical goals guiding the full EDA workflow.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599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081882"/>
            <a:ext cx="4004965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19082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497336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Handle missing values, remove duplicates, validate data types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2842" y="18599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081882"/>
            <a:ext cx="4005039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0" name="Text 8"/>
          <p:cNvSpPr/>
          <p:nvPr/>
        </p:nvSpPr>
        <p:spPr>
          <a:xfrm>
            <a:off x="4642842" y="2190824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Transaction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2842" y="2497336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Analyze trends, compare Credit vs. Debit, identify high-value 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989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406750"/>
            <a:ext cx="4004965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52983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Demographic Profiling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83634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Segment by age, occupation, location, and channel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2842" y="31989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406750"/>
            <a:ext cx="4005039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3529831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Visualization &amp; Insights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836343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charts, heatmaps, and boxplots to communicate findings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525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Technologies Used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16484"/>
            <a:ext cx="5209729" cy="29304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4510" y="2049289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Python Data Stack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4510" y="2288381"/>
            <a:ext cx="2688059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project leverages the core Python data science ecosystem, all orchestrated within a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Jupyter Notebook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interactive, reproducible analysis.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18806"/>
            <a:ext cx="2666256" cy="7341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1661" y="4137199"/>
            <a:ext cx="237232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Pandas &amp; NumPy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71661" y="4345707"/>
            <a:ext cx="237232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manipulation, transformation, and numerical computation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8798" y="4018806"/>
            <a:ext cx="2666330" cy="7341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14340" y="4137199"/>
            <a:ext cx="237239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Matplotlib &amp; Seaborn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414340" y="4345707"/>
            <a:ext cx="2372395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visualizations, distribution plots, and correlation heatmaps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1551" y="4018806"/>
            <a:ext cx="2666256" cy="7341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7094" y="4137199"/>
            <a:ext cx="237232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57094" y="4345707"/>
            <a:ext cx="237232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environment for iterative exploration and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747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EDA Workflow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96776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systematic six-step process transforms raw transaction data into validated, insight-ready datasets.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295698"/>
            <a:ext cx="7890644" cy="296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423206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Summary &amp; Correlation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299" y="3423206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40" y="3423206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Handle Missing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18781" y="3423206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Inspect Types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4415" y="3423206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Load Dataset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374356"/>
            <a:ext cx="81517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step builds on the previous — ensuring data quality before any visualization or modeling begins. Correlation analysis and outlier detection are critical for banking data, where anomalies may signal fraud or system errors.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18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Visualizations Included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1838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Nine visualization types cover every dimension of the dataset — from distributions to correlations.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04665"/>
            <a:ext cx="1104900" cy="68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64669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Amount Distribution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371180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Histograms reveal skewness and transaction value patterns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204665"/>
            <a:ext cx="1104900" cy="6828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3064669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Credit vs. Debit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37118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Side-by-side comparison of transaction type volumes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204665"/>
            <a:ext cx="1104900" cy="6828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3064669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Correlation Heatmap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592637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Variable relationships and multicollinearity at a glance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204665"/>
            <a:ext cx="1104900" cy="6828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3064669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Outlier Boxplots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37118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 unusual transaction amounts and login patterns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8505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Insights Uncovered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96119" y="1007566"/>
            <a:ext cx="4722763" cy="939403"/>
          </a:xfrm>
          <a:prstGeom prst="roundRect">
            <a:avLst>
              <a:gd name="adj" fmla="val 2087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626790" y="1138238"/>
            <a:ext cx="446142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Channel Preference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6790" y="1414611"/>
            <a:ext cx="446142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the most-used channel (ATM, Online, Branch) and usage by demographic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19" y="2067446"/>
            <a:ext cx="4722763" cy="939403"/>
          </a:xfrm>
          <a:prstGeom prst="roundRect">
            <a:avLst>
              <a:gd name="adj" fmla="val 2087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626790" y="2198117"/>
            <a:ext cx="446142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High-Value Customers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790" y="2474491"/>
            <a:ext cx="446142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Surface accounts with elevated balances and unusual transaction volumes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3127325"/>
            <a:ext cx="4722763" cy="738560"/>
          </a:xfrm>
          <a:prstGeom prst="roundRect">
            <a:avLst>
              <a:gd name="adj" fmla="val 2654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626790" y="3257996"/>
            <a:ext cx="446142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Occupation Patterns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6790" y="3534370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 average transaction amounts across customer occupations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986361"/>
            <a:ext cx="4722763" cy="738560"/>
          </a:xfrm>
          <a:prstGeom prst="roundRect">
            <a:avLst>
              <a:gd name="adj" fmla="val 2654"/>
            </a:avLst>
          </a:prstGeom>
          <a:solidFill>
            <a:srgbClr val="26262B"/>
          </a:solidFill>
          <a:ln/>
        </p:spPr>
      </p:sp>
      <p:sp>
        <p:nvSpPr>
          <p:cNvPr id="14" name="Text 11"/>
          <p:cNvSpPr/>
          <p:nvPr/>
        </p:nvSpPr>
        <p:spPr>
          <a:xfrm>
            <a:off x="626790" y="4117032"/>
            <a:ext cx="446142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Security Signals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6790" y="4393406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Analyze login attempt patterns to flag potentially risky account activity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180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Getting Started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201341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Installation Steps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525935"/>
            <a:ext cx="3916487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Clone the repository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Navigate to the project folder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dependencies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 Jupyter Notebook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2591172"/>
            <a:ext cx="3916487" cy="1306488"/>
          </a:xfrm>
          <a:prstGeom prst="roundRect">
            <a:avLst>
              <a:gd name="adj" fmla="val 1500"/>
            </a:avLst>
          </a:prstGeom>
          <a:solidFill>
            <a:srgbClr val="141419"/>
          </a:solidFill>
          <a:ln/>
        </p:spPr>
      </p:sp>
      <p:sp>
        <p:nvSpPr>
          <p:cNvPr id="6" name="Text 4"/>
          <p:cNvSpPr/>
          <p:nvPr/>
        </p:nvSpPr>
        <p:spPr>
          <a:xfrm>
            <a:off x="652909" y="2721843"/>
            <a:ext cx="3602906" cy="1045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https://github.com/sweetideveloper/Banking-Transaction-Analysis.git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Banking-Transaction-Analysis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4033168"/>
            <a:ext cx="3916487" cy="483022"/>
          </a:xfrm>
          <a:prstGeom prst="roundRect">
            <a:avLst>
              <a:gd name="adj" fmla="val 4059"/>
            </a:avLst>
          </a:prstGeom>
          <a:solidFill>
            <a:srgbClr val="0028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790" y="4229770"/>
            <a:ext cx="163339" cy="13067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0800" y="4174257"/>
            <a:ext cx="381833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Libraries: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pandas, numpy, matplotlib, seaborn, jupyter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36157" y="1201341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Sample Code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36157" y="1540966"/>
            <a:ext cx="3916487" cy="1724546"/>
          </a:xfrm>
          <a:prstGeom prst="roundRect">
            <a:avLst>
              <a:gd name="adj" fmla="val 1137"/>
            </a:avLst>
          </a:prstGeom>
          <a:solidFill>
            <a:srgbClr val="141419"/>
          </a:solidFill>
          <a:ln/>
        </p:spPr>
      </p:sp>
      <p:sp>
        <p:nvSpPr>
          <p:cNvPr id="12" name="Text 9"/>
          <p:cNvSpPr/>
          <p:nvPr/>
        </p:nvSpPr>
        <p:spPr>
          <a:xfrm>
            <a:off x="4892948" y="1671638"/>
            <a:ext cx="3602906" cy="1463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pd.read_csv("bank_transactions_data_2.csv")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print(df.head())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print(df.info())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36157" y="3401020"/>
            <a:ext cx="3916487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three commands load the dataset, inspect structure, and generate statistical summaries — the essential first steps of any EDA.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268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What's Next &amp; Project Info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68896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 Improvements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13" y="1537320"/>
            <a:ext cx="205978" cy="2059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2380" y="1533079"/>
            <a:ext cx="34621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Fraud Detection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42380" y="1880592"/>
            <a:ext cx="346211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ML models to flag anomalous transactions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13" y="2367186"/>
            <a:ext cx="205978" cy="2059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2380" y="2362944"/>
            <a:ext cx="34621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42380" y="2710458"/>
            <a:ext cx="346211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Cluster customers by behavior and demographics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13" y="3197051"/>
            <a:ext cx="205978" cy="2059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2380" y="3192810"/>
            <a:ext cx="34621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42380" y="3540323"/>
            <a:ext cx="346211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Streamlit or Power BI for live exploration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13" y="4026917"/>
            <a:ext cx="205978" cy="2059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2380" y="4022675"/>
            <a:ext cx="34621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Real-Time Analytics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42380" y="4370189"/>
            <a:ext cx="346211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 integration and streaming data pipelines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744269" y="1168896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About the Author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744269" y="1516410"/>
            <a:ext cx="43655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Sweeti Yuonate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Data Analyst &amp; Python Developer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744269" y="1852464"/>
            <a:ext cx="3908375" cy="47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GitHub: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sweetideveloper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LinkedIn: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sweetideveloper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44269" y="2481263"/>
            <a:ext cx="3908375" cy="750243"/>
          </a:xfrm>
          <a:prstGeom prst="roundRect">
            <a:avLst>
              <a:gd name="adj" fmla="val 2746"/>
            </a:avLst>
          </a:prstGeom>
          <a:solidFill>
            <a:srgbClr val="00288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1563" y="2694608"/>
            <a:ext cx="171599" cy="13729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90455" y="2635300"/>
            <a:ext cx="3324895" cy="442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Found this project helpful? Star the repository on GitHub!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4744269" y="3381152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Contributions welcome — fork, branch, commit, and submit a Pull Request.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2026-07-31T15:05:54Z</dcterms:created>
  <dcterms:modified xsi:type="dcterms:W3CDTF">2026-07-31T15:05:54Z</dcterms:modified>
</cp:coreProperties>
</file>